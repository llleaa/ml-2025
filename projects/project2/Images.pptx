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89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AEF0C-CF75-CD50-E138-441A01A42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CADEAB-AA1D-9920-4B91-87751C17B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118BFA-55AD-4D2C-EACC-A2DA2B3B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4D00E00-3D48-ED53-45AD-B5D668A1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EC8172D-6F3D-1D6D-FFEE-E80D2411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64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93C60-D460-6E85-BD18-A0611BFB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85E2B6A-C2EA-BE64-4FC6-053A4C3B4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374D5B2-FCDE-296D-D669-00220904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B0DCE44-25EE-1A10-72D7-733D5485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732DF38-686C-8D47-944E-7AB77F1E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8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2000D-CC85-A55D-3224-F44649B2A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B1714B8-9A5B-8AEC-D4A5-3EB4BCAE4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D39E80-8500-1271-56DE-9A894AD8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E50EE37-7065-C456-A3A5-CCC00B14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12E5F3B-A850-045D-A232-357FADF25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3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54D38-1F9A-C9E0-D27B-4F9595A6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B60448-DAB4-FA8E-AE0C-7D351E936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72CA93F-6E17-D40D-B815-E72827B04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73A4700-B4EC-5F18-0EDB-803F4412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CF9BA05-A74C-9339-F94A-B296922B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0161B3F-11BE-D12C-57AC-EBE52F69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0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BA3DB-4BAD-A9EE-1F08-43BF1D9A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5CE59EF-7389-2DC8-4A9E-9B66BDC0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3BCE087-6E7D-C573-A951-7162EBEF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BD930C3-B06D-965C-15B3-D20EFFC90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2E59ABE-CC3F-B315-ED81-93D28DFCD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F32D720-E3A4-1171-17F8-0349FC0F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9F2396D-3FBA-D18D-0C46-1136AFE4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C4CFE4E-139F-051D-EF6F-171A8045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68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1A85B-75E9-304B-DD46-C3844A8D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B37D065-B7A9-3311-F7BA-69E74FFD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A8E0C74-E8C2-9951-AD8A-66E08858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785E60C-595F-521C-3468-31630DED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72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9285A77-D09D-5A81-B158-B7609B77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FDF5B12-D74F-6384-D901-E134B93A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AA1B8E5-85F4-3253-106D-45467BDA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41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41496-721C-B456-56F0-FEB42D99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F4085EE-E4C9-EE04-9780-10A43E5BB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7FCB10B-8083-A8AB-AFBB-E69DF3382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FFB692F-96B6-0893-69FE-36F55613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9D7827A-C6D2-7638-7342-E4E26B9F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B85F90F-3951-2A14-9199-ECC3B06E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53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8C35B-195B-15BE-5980-7485E81D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6F659440-B225-0181-AFB4-95FA7C8497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2B230A3-70EB-5923-7022-5C56D5E79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83D8824-05C3-4F4B-58A3-F6B5D1C6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F4C58F3-B602-5C44-E70D-FC6081A6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148D502-FEC2-E633-5A30-DD427FA6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47668-0A85-57B1-1DE2-837A5E5D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4E75B48-E52E-D46E-35A5-5DD22C802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ABBF256-75A1-ECCF-E353-C8D6D0E8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FEF80C8-DFAA-872B-4FF1-41AFA8D5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80C0A27-1433-8D09-BDC9-AFBB3AD0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28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CBFA10-20D9-352A-607E-C19066522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9C0642B-7EE3-3EEC-F40B-3DF3CD340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CC03EEF-2DFE-4DB4-816A-3D9EA502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BB84A23-E968-8F11-2F92-0BAEF209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D34977E-7FCB-B2E4-1B8D-2BF55B1C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51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AAA5C15-E392-313A-7084-6B70915D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21A332A-93BF-78CD-2A4E-73601216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71E5E43-4D68-1570-2E34-D4A7B0B10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E991D-7037-4D7C-844A-E8BD1A0C5AB9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A21FB44-3403-984B-A19D-89266E147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2C4A043-E2D1-70EA-8FAF-50ABECF77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852CB-C795-42D6-A5D2-BAE6CAFD660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3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6D4F33C-3E5F-5983-5C87-6D58EF795174}"/>
              </a:ext>
            </a:extLst>
          </p:cNvPr>
          <p:cNvSpPr/>
          <p:nvPr/>
        </p:nvSpPr>
        <p:spPr>
          <a:xfrm>
            <a:off x="3301072" y="1962135"/>
            <a:ext cx="231602" cy="1251758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21BBDEF-C877-84AD-6F0E-D28B4EDB7A43}"/>
              </a:ext>
            </a:extLst>
          </p:cNvPr>
          <p:cNvSpPr/>
          <p:nvPr/>
        </p:nvSpPr>
        <p:spPr>
          <a:xfrm>
            <a:off x="3575392" y="1962135"/>
            <a:ext cx="231602" cy="1251758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FFB2CD6-4A31-403A-6546-410B2AA75057}"/>
              </a:ext>
            </a:extLst>
          </p:cNvPr>
          <p:cNvSpPr/>
          <p:nvPr/>
        </p:nvSpPr>
        <p:spPr>
          <a:xfrm>
            <a:off x="4057239" y="2922835"/>
            <a:ext cx="231602" cy="972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D757F50-4288-F15F-A690-FD8F05097B6A}"/>
              </a:ext>
            </a:extLst>
          </p:cNvPr>
          <p:cNvSpPr/>
          <p:nvPr/>
        </p:nvSpPr>
        <p:spPr>
          <a:xfrm>
            <a:off x="4331559" y="2922835"/>
            <a:ext cx="231602" cy="9720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B5951FB-2DB1-C17E-FE71-5320E56CE38F}"/>
              </a:ext>
            </a:extLst>
          </p:cNvPr>
          <p:cNvSpPr/>
          <p:nvPr/>
        </p:nvSpPr>
        <p:spPr>
          <a:xfrm>
            <a:off x="4813406" y="3693325"/>
            <a:ext cx="231602" cy="756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FE27575-B9CA-762E-429B-DB1C4E06A9F3}"/>
              </a:ext>
            </a:extLst>
          </p:cNvPr>
          <p:cNvSpPr/>
          <p:nvPr/>
        </p:nvSpPr>
        <p:spPr>
          <a:xfrm>
            <a:off x="5087726" y="3693325"/>
            <a:ext cx="231602" cy="7560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A9D7553-DBC0-9F7C-1FA0-969C98819BD0}"/>
              </a:ext>
            </a:extLst>
          </p:cNvPr>
          <p:cNvSpPr/>
          <p:nvPr/>
        </p:nvSpPr>
        <p:spPr>
          <a:xfrm>
            <a:off x="5569573" y="4362215"/>
            <a:ext cx="231602" cy="540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0748DC0-C42F-DFD8-F8E9-D8104F73CBDA}"/>
              </a:ext>
            </a:extLst>
          </p:cNvPr>
          <p:cNvSpPr/>
          <p:nvPr/>
        </p:nvSpPr>
        <p:spPr>
          <a:xfrm>
            <a:off x="5843893" y="4362215"/>
            <a:ext cx="231602" cy="540000"/>
          </a:xfrm>
          <a:prstGeom prst="roundRect">
            <a:avLst/>
          </a:prstGeom>
          <a:pattFill prst="dkVert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F72BF5A-A8B5-B56D-A639-56C819826E7F}"/>
              </a:ext>
            </a:extLst>
          </p:cNvPr>
          <p:cNvSpPr/>
          <p:nvPr/>
        </p:nvSpPr>
        <p:spPr>
          <a:xfrm>
            <a:off x="6604911" y="3693325"/>
            <a:ext cx="231602" cy="756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8505AD8-8CFC-04B8-8C32-72F2E6B91256}"/>
              </a:ext>
            </a:extLst>
          </p:cNvPr>
          <p:cNvSpPr/>
          <p:nvPr/>
        </p:nvSpPr>
        <p:spPr>
          <a:xfrm>
            <a:off x="6884082" y="3693325"/>
            <a:ext cx="231602" cy="756000"/>
          </a:xfrm>
          <a:prstGeom prst="roundRect">
            <a:avLst/>
          </a:prstGeom>
          <a:pattFill prst="dkVert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6D0DF08-529C-127A-C5A9-391D249D854A}"/>
              </a:ext>
            </a:extLst>
          </p:cNvPr>
          <p:cNvSpPr/>
          <p:nvPr/>
        </p:nvSpPr>
        <p:spPr>
          <a:xfrm>
            <a:off x="6325740" y="3693325"/>
            <a:ext cx="231602" cy="756000"/>
          </a:xfrm>
          <a:prstGeom prst="roundRect">
            <a:avLst/>
          </a:prstGeom>
          <a:pattFill prst="wdUpDiag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7BCC3B3-FCED-8E66-6F94-270B4D125933}"/>
              </a:ext>
            </a:extLst>
          </p:cNvPr>
          <p:cNvSpPr/>
          <p:nvPr/>
        </p:nvSpPr>
        <p:spPr>
          <a:xfrm>
            <a:off x="7637979" y="2922835"/>
            <a:ext cx="231602" cy="972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05C89A18-F9AA-7BDD-0FAC-1918E9D4D8EB}"/>
              </a:ext>
            </a:extLst>
          </p:cNvPr>
          <p:cNvSpPr/>
          <p:nvPr/>
        </p:nvSpPr>
        <p:spPr>
          <a:xfrm>
            <a:off x="7910029" y="2922835"/>
            <a:ext cx="231602" cy="972000"/>
          </a:xfrm>
          <a:prstGeom prst="roundRect">
            <a:avLst/>
          </a:prstGeom>
          <a:pattFill prst="dkVert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D330957-8854-1FA7-4898-F6FA562192E5}"/>
              </a:ext>
            </a:extLst>
          </p:cNvPr>
          <p:cNvSpPr/>
          <p:nvPr/>
        </p:nvSpPr>
        <p:spPr>
          <a:xfrm>
            <a:off x="7365929" y="2922835"/>
            <a:ext cx="231602" cy="972000"/>
          </a:xfrm>
          <a:prstGeom prst="roundRect">
            <a:avLst/>
          </a:prstGeom>
          <a:pattFill prst="wdUpDiag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F58F048-AE01-BF05-02DB-3BAD8D7D7879}"/>
              </a:ext>
            </a:extLst>
          </p:cNvPr>
          <p:cNvSpPr/>
          <p:nvPr/>
        </p:nvSpPr>
        <p:spPr>
          <a:xfrm>
            <a:off x="8391875" y="1962135"/>
            <a:ext cx="231602" cy="1251758"/>
          </a:xfrm>
          <a:prstGeom prst="roundRect">
            <a:avLst/>
          </a:prstGeom>
          <a:pattFill prst="wdUpDiag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BE3B49CF-2FFA-CE09-539E-31B00F033D26}"/>
              </a:ext>
            </a:extLst>
          </p:cNvPr>
          <p:cNvSpPr/>
          <p:nvPr/>
        </p:nvSpPr>
        <p:spPr>
          <a:xfrm>
            <a:off x="8666195" y="1962135"/>
            <a:ext cx="231602" cy="1251758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cxnSp>
        <p:nvCxnSpPr>
          <p:cNvPr id="49" name="Conexão: Ângulo Reto 48">
            <a:extLst>
              <a:ext uri="{FF2B5EF4-FFF2-40B4-BE49-F238E27FC236}">
                <a16:creationId xmlns:a16="http://schemas.microsoft.com/office/drawing/2014/main" id="{8A8CAB5A-C19C-2D32-27E7-4C995F1B9B02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 rot="16200000" flipH="1">
            <a:off x="3776745" y="3128341"/>
            <a:ext cx="194942" cy="36604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xão: Ângulo Reto 50">
            <a:extLst>
              <a:ext uri="{FF2B5EF4-FFF2-40B4-BE49-F238E27FC236}">
                <a16:creationId xmlns:a16="http://schemas.microsoft.com/office/drawing/2014/main" id="{F4CBFCA0-6809-6582-0A8D-1D92731C82A4}"/>
              </a:ext>
            </a:extLst>
          </p:cNvPr>
          <p:cNvCxnSpPr>
            <a:stCxn id="9" idx="2"/>
            <a:endCxn id="12" idx="1"/>
          </p:cNvCxnSpPr>
          <p:nvPr/>
        </p:nvCxnSpPr>
        <p:spPr>
          <a:xfrm rot="16200000" flipH="1">
            <a:off x="4542138" y="3800057"/>
            <a:ext cx="176490" cy="36604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xão: Ângulo Reto 52">
            <a:extLst>
              <a:ext uri="{FF2B5EF4-FFF2-40B4-BE49-F238E27FC236}">
                <a16:creationId xmlns:a16="http://schemas.microsoft.com/office/drawing/2014/main" id="{BD676668-0351-02B4-7A5F-642801C136A8}"/>
              </a:ext>
            </a:extLst>
          </p:cNvPr>
          <p:cNvCxnSpPr>
            <a:stCxn id="13" idx="2"/>
            <a:endCxn id="14" idx="1"/>
          </p:cNvCxnSpPr>
          <p:nvPr/>
        </p:nvCxnSpPr>
        <p:spPr>
          <a:xfrm rot="16200000" flipH="1">
            <a:off x="5295105" y="4357747"/>
            <a:ext cx="182890" cy="3660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xão: Ângulo Reto 54">
            <a:extLst>
              <a:ext uri="{FF2B5EF4-FFF2-40B4-BE49-F238E27FC236}">
                <a16:creationId xmlns:a16="http://schemas.microsoft.com/office/drawing/2014/main" id="{20E0BBD6-2119-60E6-D0F3-CB8E1F89F9BA}"/>
              </a:ext>
            </a:extLst>
          </p:cNvPr>
          <p:cNvCxnSpPr>
            <a:stCxn id="4" idx="0"/>
            <a:endCxn id="37" idx="0"/>
          </p:cNvCxnSpPr>
          <p:nvPr/>
        </p:nvCxnSpPr>
        <p:spPr>
          <a:xfrm rot="5400000" flipH="1" flipV="1">
            <a:off x="5962274" y="-583266"/>
            <a:ext cx="12700" cy="5090803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xão: Ângulo Reto 56">
            <a:extLst>
              <a:ext uri="{FF2B5EF4-FFF2-40B4-BE49-F238E27FC236}">
                <a16:creationId xmlns:a16="http://schemas.microsoft.com/office/drawing/2014/main" id="{53748C91-CEF6-0B37-4E2F-EF5B354A846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27385" y="1268490"/>
            <a:ext cx="12700" cy="3308690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xão: Ângulo Reto 58">
            <a:extLst>
              <a:ext uri="{FF2B5EF4-FFF2-40B4-BE49-F238E27FC236}">
                <a16:creationId xmlns:a16="http://schemas.microsoft.com/office/drawing/2014/main" id="{3CCB28E9-E11C-DE6C-B4BF-7519B74B9801}"/>
              </a:ext>
            </a:extLst>
          </p:cNvPr>
          <p:cNvCxnSpPr>
            <a:cxnSpLocks/>
            <a:stCxn id="25" idx="3"/>
            <a:endCxn id="37" idx="2"/>
          </p:cNvCxnSpPr>
          <p:nvPr/>
        </p:nvCxnSpPr>
        <p:spPr>
          <a:xfrm flipV="1">
            <a:off x="8141631" y="3213893"/>
            <a:ext cx="366045" cy="194942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xão: Ângulo Reto 60">
            <a:extLst>
              <a:ext uri="{FF2B5EF4-FFF2-40B4-BE49-F238E27FC236}">
                <a16:creationId xmlns:a16="http://schemas.microsoft.com/office/drawing/2014/main" id="{96085A5F-60A2-4BC4-255F-6EDD39AB334C}"/>
              </a:ext>
            </a:extLst>
          </p:cNvPr>
          <p:cNvCxnSpPr>
            <a:cxnSpLocks/>
            <a:stCxn id="28" idx="3"/>
            <a:endCxn id="32" idx="2"/>
          </p:cNvCxnSpPr>
          <p:nvPr/>
        </p:nvCxnSpPr>
        <p:spPr>
          <a:xfrm flipV="1">
            <a:off x="7115684" y="3894835"/>
            <a:ext cx="366046" cy="176490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xão: Ângulo Reto 62">
            <a:extLst>
              <a:ext uri="{FF2B5EF4-FFF2-40B4-BE49-F238E27FC236}">
                <a16:creationId xmlns:a16="http://schemas.microsoft.com/office/drawing/2014/main" id="{82F79959-3629-0FBA-C663-3D74578DFA91}"/>
              </a:ext>
            </a:extLst>
          </p:cNvPr>
          <p:cNvCxnSpPr>
            <a:stCxn id="15" idx="3"/>
            <a:endCxn id="30" idx="2"/>
          </p:cNvCxnSpPr>
          <p:nvPr/>
        </p:nvCxnSpPr>
        <p:spPr>
          <a:xfrm flipV="1">
            <a:off x="6075495" y="4449325"/>
            <a:ext cx="366046" cy="182890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exão: Ângulo Reto 1024">
            <a:extLst>
              <a:ext uri="{FF2B5EF4-FFF2-40B4-BE49-F238E27FC236}">
                <a16:creationId xmlns:a16="http://schemas.microsoft.com/office/drawing/2014/main" id="{0195814A-749D-9427-0AB3-183A1321C90B}"/>
              </a:ext>
            </a:extLst>
          </p:cNvPr>
          <p:cNvCxnSpPr>
            <a:stCxn id="12" idx="0"/>
            <a:endCxn id="30" idx="0"/>
          </p:cNvCxnSpPr>
          <p:nvPr/>
        </p:nvCxnSpPr>
        <p:spPr>
          <a:xfrm rot="5400000" flipH="1" flipV="1">
            <a:off x="5685374" y="2937158"/>
            <a:ext cx="12700" cy="1512334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exão reta unidirecional 1028">
            <a:extLst>
              <a:ext uri="{FF2B5EF4-FFF2-40B4-BE49-F238E27FC236}">
                <a16:creationId xmlns:a16="http://schemas.microsoft.com/office/drawing/2014/main" id="{4A80234E-E0E6-F3D1-C0F2-0015898216B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934203" y="2588014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exão reta unidirecional 1033">
            <a:extLst>
              <a:ext uri="{FF2B5EF4-FFF2-40B4-BE49-F238E27FC236}">
                <a16:creationId xmlns:a16="http://schemas.microsoft.com/office/drawing/2014/main" id="{1F5D9E9A-FA50-2E36-3304-88BCAE6E5F38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897797" y="2588014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CaixaDeTexto 1042">
            <a:extLst>
              <a:ext uri="{FF2B5EF4-FFF2-40B4-BE49-F238E27FC236}">
                <a16:creationId xmlns:a16="http://schemas.microsoft.com/office/drawing/2014/main" id="{97B19AB6-46F0-EDCD-DB88-5B60197C736E}"/>
              </a:ext>
            </a:extLst>
          </p:cNvPr>
          <p:cNvSpPr txBox="1"/>
          <p:nvPr/>
        </p:nvSpPr>
        <p:spPr>
          <a:xfrm>
            <a:off x="5027264" y="2404506"/>
            <a:ext cx="16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Skip connection</a:t>
            </a:r>
          </a:p>
        </p:txBody>
      </p:sp>
      <p:sp>
        <p:nvSpPr>
          <p:cNvPr id="1049" name="CaixaDeTexto 1048">
            <a:extLst>
              <a:ext uri="{FF2B5EF4-FFF2-40B4-BE49-F238E27FC236}">
                <a16:creationId xmlns:a16="http://schemas.microsoft.com/office/drawing/2014/main" id="{AA7DF36C-4C55-E33A-5123-34D59B988AD4}"/>
              </a:ext>
            </a:extLst>
          </p:cNvPr>
          <p:cNvSpPr txBox="1"/>
          <p:nvPr/>
        </p:nvSpPr>
        <p:spPr>
          <a:xfrm>
            <a:off x="2331231" y="2404506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Input</a:t>
            </a:r>
          </a:p>
        </p:txBody>
      </p:sp>
      <p:sp>
        <p:nvSpPr>
          <p:cNvPr id="1050" name="CaixaDeTexto 1049">
            <a:extLst>
              <a:ext uri="{FF2B5EF4-FFF2-40B4-BE49-F238E27FC236}">
                <a16:creationId xmlns:a16="http://schemas.microsoft.com/office/drawing/2014/main" id="{6EB405B2-7798-BD02-8475-8B66FE37C99F}"/>
              </a:ext>
            </a:extLst>
          </p:cNvPr>
          <p:cNvSpPr txBox="1"/>
          <p:nvPr/>
        </p:nvSpPr>
        <p:spPr>
          <a:xfrm>
            <a:off x="9196950" y="2404506"/>
            <a:ext cx="813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Output</a:t>
            </a:r>
          </a:p>
        </p:txBody>
      </p:sp>
      <p:sp>
        <p:nvSpPr>
          <p:cNvPr id="1051" name="Retângulo: Cantos Arredondados 1050">
            <a:extLst>
              <a:ext uri="{FF2B5EF4-FFF2-40B4-BE49-F238E27FC236}">
                <a16:creationId xmlns:a16="http://schemas.microsoft.com/office/drawing/2014/main" id="{2484213C-2D92-B55E-B613-CB4034E6FF20}"/>
              </a:ext>
            </a:extLst>
          </p:cNvPr>
          <p:cNvSpPr/>
          <p:nvPr/>
        </p:nvSpPr>
        <p:spPr>
          <a:xfrm>
            <a:off x="2618359" y="4556794"/>
            <a:ext cx="231602" cy="2304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52" name="Retângulo: Cantos Arredondados 1051">
            <a:extLst>
              <a:ext uri="{FF2B5EF4-FFF2-40B4-BE49-F238E27FC236}">
                <a16:creationId xmlns:a16="http://schemas.microsoft.com/office/drawing/2014/main" id="{F184BBB8-CB69-7409-25C5-739CAEB4E76A}"/>
              </a:ext>
            </a:extLst>
          </p:cNvPr>
          <p:cNvSpPr/>
          <p:nvPr/>
        </p:nvSpPr>
        <p:spPr>
          <a:xfrm>
            <a:off x="2618359" y="4857736"/>
            <a:ext cx="231602" cy="2304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53" name="CaixaDeTexto 1052">
            <a:extLst>
              <a:ext uri="{FF2B5EF4-FFF2-40B4-BE49-F238E27FC236}">
                <a16:creationId xmlns:a16="http://schemas.microsoft.com/office/drawing/2014/main" id="{283354C4-5F06-0324-0BAA-F681C68D62D6}"/>
              </a:ext>
            </a:extLst>
          </p:cNvPr>
          <p:cNvSpPr txBox="1"/>
          <p:nvPr/>
        </p:nvSpPr>
        <p:spPr>
          <a:xfrm>
            <a:off x="2842450" y="4536178"/>
            <a:ext cx="1962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Convolutional block</a:t>
            </a:r>
          </a:p>
        </p:txBody>
      </p:sp>
      <p:sp>
        <p:nvSpPr>
          <p:cNvPr id="1054" name="CaixaDeTexto 1053">
            <a:extLst>
              <a:ext uri="{FF2B5EF4-FFF2-40B4-BE49-F238E27FC236}">
                <a16:creationId xmlns:a16="http://schemas.microsoft.com/office/drawing/2014/main" id="{E9908737-D66B-B698-6B59-5BB2F2AC1569}"/>
              </a:ext>
            </a:extLst>
          </p:cNvPr>
          <p:cNvSpPr txBox="1"/>
          <p:nvPr/>
        </p:nvSpPr>
        <p:spPr>
          <a:xfrm>
            <a:off x="2844380" y="4815900"/>
            <a:ext cx="1513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/>
              <a:t>Downsampling</a:t>
            </a:r>
            <a:endParaRPr lang="en-GB" sz="1600" dirty="0"/>
          </a:p>
        </p:txBody>
      </p:sp>
      <p:sp>
        <p:nvSpPr>
          <p:cNvPr id="1055" name="Retângulo: Cantos Arredondados 1054">
            <a:extLst>
              <a:ext uri="{FF2B5EF4-FFF2-40B4-BE49-F238E27FC236}">
                <a16:creationId xmlns:a16="http://schemas.microsoft.com/office/drawing/2014/main" id="{367C3977-9FF3-61FC-FAB3-E6F0B1C2B6BB}"/>
              </a:ext>
            </a:extLst>
          </p:cNvPr>
          <p:cNvSpPr/>
          <p:nvPr/>
        </p:nvSpPr>
        <p:spPr>
          <a:xfrm>
            <a:off x="7678424" y="4556794"/>
            <a:ext cx="231602" cy="230400"/>
          </a:xfrm>
          <a:prstGeom prst="roundRect">
            <a:avLst/>
          </a:prstGeom>
          <a:pattFill prst="dkVert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56" name="Retângulo: Cantos Arredondados 1055">
            <a:extLst>
              <a:ext uri="{FF2B5EF4-FFF2-40B4-BE49-F238E27FC236}">
                <a16:creationId xmlns:a16="http://schemas.microsoft.com/office/drawing/2014/main" id="{D429FB28-C9B7-FC87-6626-DC398316FCD4}"/>
              </a:ext>
            </a:extLst>
          </p:cNvPr>
          <p:cNvSpPr/>
          <p:nvPr/>
        </p:nvSpPr>
        <p:spPr>
          <a:xfrm>
            <a:off x="7678424" y="4857736"/>
            <a:ext cx="231602" cy="230400"/>
          </a:xfrm>
          <a:prstGeom prst="roundRect">
            <a:avLst/>
          </a:prstGeom>
          <a:pattFill prst="wdUpDiag">
            <a:fgClr>
              <a:srgbClr val="92D05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57" name="CaixaDeTexto 1056">
            <a:extLst>
              <a:ext uri="{FF2B5EF4-FFF2-40B4-BE49-F238E27FC236}">
                <a16:creationId xmlns:a16="http://schemas.microsoft.com/office/drawing/2014/main" id="{1C20FD1C-45A1-8C6F-42CB-949CC99FCE20}"/>
              </a:ext>
            </a:extLst>
          </p:cNvPr>
          <p:cNvSpPr txBox="1"/>
          <p:nvPr/>
        </p:nvSpPr>
        <p:spPr>
          <a:xfrm>
            <a:off x="7902515" y="4536178"/>
            <a:ext cx="12538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/>
              <a:t>Upsampling</a:t>
            </a:r>
            <a:endParaRPr lang="en-GB" sz="1600" dirty="0"/>
          </a:p>
        </p:txBody>
      </p:sp>
      <p:sp>
        <p:nvSpPr>
          <p:cNvPr id="1058" name="CaixaDeTexto 1057">
            <a:extLst>
              <a:ext uri="{FF2B5EF4-FFF2-40B4-BE49-F238E27FC236}">
                <a16:creationId xmlns:a16="http://schemas.microsoft.com/office/drawing/2014/main" id="{AA2341FA-C463-A565-D811-E9BD6F7E2EDA}"/>
              </a:ext>
            </a:extLst>
          </p:cNvPr>
          <p:cNvSpPr txBox="1"/>
          <p:nvPr/>
        </p:nvSpPr>
        <p:spPr>
          <a:xfrm>
            <a:off x="7904445" y="4815900"/>
            <a:ext cx="15045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Concatenation</a:t>
            </a:r>
          </a:p>
        </p:txBody>
      </p:sp>
    </p:spTree>
    <p:extLst>
      <p:ext uri="{BB962C8B-B14F-4D97-AF65-F5344CB8AC3E}">
        <p14:creationId xmlns:p14="http://schemas.microsoft.com/office/powerpoint/2010/main" val="3112197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</Words>
  <Application>Microsoft Office PowerPoint</Application>
  <PresentationFormat>Ecrã Panorâmico</PresentationFormat>
  <Paragraphs>7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BEATRIZ FERNANDES COUTINHO</dc:creator>
  <cp:lastModifiedBy>BEATRIZ FERNANDES COUTINHO</cp:lastModifiedBy>
  <cp:revision>1</cp:revision>
  <dcterms:created xsi:type="dcterms:W3CDTF">2025-12-12T11:19:55Z</dcterms:created>
  <dcterms:modified xsi:type="dcterms:W3CDTF">2025-12-12T11:53:34Z</dcterms:modified>
</cp:coreProperties>
</file>